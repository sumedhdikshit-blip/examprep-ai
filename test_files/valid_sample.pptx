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Study Guide: Operating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Day 2 Pipeline End-to-End Test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Process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 scheduling is the activity of the process manager that handles the removal of the running process from the CPU and the selection of another process.</a:t>
            </a:r>
          </a:p>
          <a:p>
            <a:r>
              <a:t>- FIFO (First In First Out): Simplest scheduling algorithm.</a:t>
            </a:r>
          </a:p>
          <a:p>
            <a:r>
              <a:t>- SJF (Shortest Job First): Optimal average waiting time.</a:t>
            </a:r>
          </a:p>
          <a:p>
            <a:r>
              <a:t>- Round Robin: Designed for time-sharing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Virtual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 memory is a memory management capability of an operating system that uses hardware and software to allow a computer to compensate for physical memory shortages.</a:t>
            </a:r>
          </a:p>
          <a:p>
            <a:r>
              <a:t>- Paging: Dividing memory into fixed-size blocks (pages).</a:t>
            </a:r>
          </a:p>
          <a:p>
            <a:r>
              <a:t>- Page Fault: Occurs when a program accesses a page that is not in physical memory.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